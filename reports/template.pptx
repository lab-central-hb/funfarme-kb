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nfar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hospital-de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20040"/>
            <a:ext cx="141155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14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RELATÓRIO MENSAL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0F2F1"/>
                </a:solidFill>
                <a:latin typeface="Calibri"/>
              </a:defRPr>
            </a:pPr>
            <a:r>
              <a:t>{TITULO_MES}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F2F1"/>
                </a:solidFill>
                <a:latin typeface="Calibri"/>
              </a:defRPr>
            </a:pPr>
            <a:r>
              <a:t>TI Laboratório Central — FUNFARME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Tarefas concluídas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897B"/>
                </a:solidFill>
                <a:latin typeface="Calibri"/>
              </a:defRPr>
            </a:pPr>
            <a:r>
              <a:t>{TOTAL_CONCLUIDAS}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Pendentes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12121"/>
                </a:solidFill>
                <a:latin typeface="Calibri"/>
              </a:defRPr>
            </a:pPr>
            <a:r>
              <a:t>{TOTAL_PENDENTES}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Incidentes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12121"/>
                </a:solidFill>
                <a:latin typeface="Calibri"/>
              </a:defRPr>
            </a:pPr>
            <a:r>
              <a:t>{TOTAL_INCIDENTES}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FUNFARME — Fundação Faculdade Regional de Medicina · São José do Rio Preto — 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Resumo por Categoria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{CATEGORIAS}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{TITULO_MES}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Distribuição Semanal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{SEMANAS}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{TITULO_MES}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{CATEGORIA_NOME} ({CATEGORIA_QTD})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{CATEGORIA_ITENS}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{TITULO_MES}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Pendências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{PENDENCIAS}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{TITULO_MES}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Incidentes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{INCIDENTES}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{TITULO_MES}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