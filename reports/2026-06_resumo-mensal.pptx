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2860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/>
            </a:pPr>
            <a:r>
              <a:t>Resumo Mensal — Junho 2026</a:t>
            </a:r>
          </a:p>
          <a:p>
            <a:pPr algn="ctr">
              <a:defRPr sz="2000"/>
            </a:pPr>
            <a:r>
              <a:t>TI Laboratório — FUNFARME</a:t>
            </a:r>
          </a:p>
          <a:p>
            <a:br/>
            <a:pPr algn="ctr">
              <a:defRPr sz="1800"/>
            </a:pPr>
            <a:r>
              <a:t>16 tarefas concluídas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/>
            </a:pPr>
            <a:r>
              <a:t>Resumo por Categoria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Shift LIS: 15 tarefas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1645920"/>
            <a:ext cx="91440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/>
            </a:pPr>
            <a:r>
              <a:t>Shift Automação: 1 tarefa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286000"/>
            <a:ext cx="91440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000" b="1"/>
            </a:pPr>
            <a:r>
              <a:t>Total: 16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Shift LIS (15)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Máscara SDHEA (01/06)</a:t>
            </a:r>
          </a:p>
          <a:p>
            <a:pPr>
              <a:spcAft>
                <a:spcPts val="400"/>
              </a:spcAft>
              <a:defRPr sz="1400"/>
            </a:pPr>
            <a:r>
              <a:t>• Máscara ANFETUR (01/06)</a:t>
            </a:r>
          </a:p>
          <a:p>
            <a:pPr>
              <a:spcAft>
                <a:spcPts val="400"/>
              </a:spcAft>
              <a:defRPr sz="1400"/>
            </a:pPr>
            <a:r>
              <a:t>• Máscara PQUINASE (03/06)</a:t>
            </a:r>
          </a:p>
          <a:p>
            <a:pPr>
              <a:spcAft>
                <a:spcPts val="400"/>
              </a:spcAft>
              <a:defRPr sz="1400"/>
            </a:pPr>
            <a:r>
              <a:t>• Máscara OSMOUR (09/06)</a:t>
            </a:r>
          </a:p>
          <a:p>
            <a:pPr>
              <a:spcAft>
                <a:spcPts val="400"/>
              </a:spcAft>
              <a:defRPr sz="1400"/>
            </a:pPr>
            <a:r>
              <a:t>• Máscara EBETV1 (09/06)</a:t>
            </a:r>
          </a:p>
          <a:p>
            <a:pPr>
              <a:spcAft>
                <a:spcPts val="400"/>
              </a:spcAft>
              <a:defRPr sz="1400"/>
            </a:pPr>
            <a:r>
              <a:t>• Máscara BCRT315I (12/06)</a:t>
            </a:r>
          </a:p>
          <a:p>
            <a:pPr>
              <a:spcAft>
                <a:spcPts val="400"/>
              </a:spcAft>
              <a:defRPr sz="1400"/>
            </a:pPr>
            <a:r>
              <a:t>• Máscara DEMPARK — Fleury / inativo MV (12/06)</a:t>
            </a:r>
          </a:p>
          <a:p>
            <a:pPr>
              <a:spcAft>
                <a:spcPts val="400"/>
              </a:spcAft>
              <a:defRPr sz="1400"/>
            </a:pPr>
            <a:r>
              <a:t>• Máscara LIPODIS — Fleury / inativo MV (12/06)</a:t>
            </a:r>
          </a:p>
          <a:p>
            <a:pPr>
              <a:spcAft>
                <a:spcPts val="400"/>
              </a:spcAft>
              <a:defRPr sz="1400"/>
            </a:pPr>
            <a:r>
              <a:t>• Máscara CBFB (15/06)</a:t>
            </a:r>
          </a:p>
          <a:p>
            <a:pPr>
              <a:spcAft>
                <a:spcPts val="400"/>
              </a:spcAft>
              <a:defRPr sz="1400"/>
            </a:pPr>
            <a:r>
              <a:t>• Máscara M1 (15/06)</a:t>
            </a:r>
          </a:p>
          <a:p>
            <a:pPr>
              <a:spcAft>
                <a:spcPts val="400"/>
              </a:spcAft>
              <a:defRPr sz="1400"/>
            </a:pPr>
            <a:r>
              <a:t>• Máscara VIT125 (17/06)</a:t>
            </a:r>
          </a:p>
          <a:p>
            <a:pPr>
              <a:spcAft>
                <a:spcPts val="400"/>
              </a:spcAft>
              <a:defRPr sz="1400"/>
            </a:pPr>
            <a:r>
              <a:t>• Máscara C3 (17/06)</a:t>
            </a:r>
          </a:p>
          <a:p>
            <a:pPr>
              <a:spcAft>
                <a:spcPts val="400"/>
              </a:spcAft>
              <a:defRPr sz="1400"/>
            </a:pPr>
            <a:r>
              <a:t>• Máscara PEPI (17/06)</a:t>
            </a:r>
          </a:p>
          <a:p>
            <a:pPr>
              <a:spcAft>
                <a:spcPts val="400"/>
              </a:spcAft>
              <a:defRPr sz="1400"/>
            </a:pPr>
            <a:r>
              <a:t>• Máscara COQ10 (17/06)</a:t>
            </a:r>
          </a:p>
          <a:p>
            <a:pPr>
              <a:spcAft>
                <a:spcPts val="400"/>
              </a:spcAft>
              <a:defRPr sz="1400"/>
            </a:pPr>
            <a:r>
              <a:t>• Máscara DOEIMU (18/06)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Shift Automação (1)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ABL-800 — interface do gasômetro do HCM configurada para incorporar resultados de hemoglobinas (18/06)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/>
            </a:pPr>
            <a:r>
              <a:t>Pendências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100584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sz="1400"/>
            </a:pPr>
            <a:r>
              <a:t>• [Shift Automação] MAX ION 800 — preparação para testes de novo analisador de eletrólitos; verificar sítio de instalação e contatar cliente com interfaceamento configurado</a:t>
            </a:r>
          </a:p>
          <a:p>
            <a:pPr>
              <a:spcAft>
                <a:spcPts val="400"/>
              </a:spcAft>
              <a:defRPr sz="1400"/>
            </a:pPr>
            <a:r>
              <a:t>• [Shift LIS] Máscara C216 — novo procedimento, enviar e-mail</a:t>
            </a:r>
          </a:p>
          <a:p>
            <a:pPr>
              <a:spcAft>
                <a:spcPts val="400"/>
              </a:spcAft>
              <a:defRPr sz="1400"/>
            </a:pPr>
            <a:r>
              <a:t>• [Shift LIS] Máscara RECALCRE — pegar laudo referência com apoio</a:t>
            </a:r>
          </a:p>
          <a:p>
            <a:pPr>
              <a:spcAft>
                <a:spcPts val="400"/>
              </a:spcAft>
              <a:defRPr sz="1400"/>
            </a:pPr>
            <a:r>
              <a:t>• [Shift LIS] Máscara IGE I5 — enviar e-mail</a:t>
            </a:r>
          </a:p>
          <a:p>
            <a:pPr>
              <a:spcAft>
                <a:spcPts val="400"/>
              </a:spcAft>
              <a:defRPr sz="1400"/>
            </a:pPr>
            <a:r>
              <a:t>• [Shift LIS] Máscara Metil. Russell P.G. — painel genético Pardini, esperando informações</a:t>
            </a:r>
          </a:p>
          <a:p>
            <a:pPr>
              <a:spcAft>
                <a:spcPts val="400"/>
              </a:spcAft>
              <a:defRPr sz="1400"/>
            </a:pPr>
            <a:r>
              <a:t>• [Shift LIS] Máscara PB19PCR — esperando validação, troca de setor Apoio → Biomol</a:t>
            </a:r>
          </a:p>
          <a:p>
            <a:pPr>
              <a:spcAft>
                <a:spcPts val="400"/>
              </a:spcAft>
              <a:defRPr sz="1400"/>
            </a:pPr>
            <a:r>
              <a:t>• [Shift LIS] Máscara IMUNOF24 — em progresso</a:t>
            </a:r>
          </a:p>
          <a:p>
            <a:pPr>
              <a:spcAft>
                <a:spcPts val="400"/>
              </a:spcAft>
              <a:defRPr sz="1400"/>
            </a:pPr>
            <a:r>
              <a:t>• [Shift LIS] Máscara MECP2 — esperando informações sobre laudo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