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963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4206240"/>
            <a:ext cx="914400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749040" y="457200"/>
            <a:ext cx="1645920" cy="594360"/>
          </a:xfrm>
          <a:prstGeom prst="rect">
            <a:avLst/>
          </a:prstGeom>
          <a:solidFill>
            <a:srgbClr val="0077B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749040" y="45720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FUNFARME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Relatório Mensal de TI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 2 e 3  ·  Compilado  ·  Maio / 2026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Pulse Pela Vida  |  FUNFARME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0" y="44348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Emitido em: 22/05/2026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Sumário Executivo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Rotas reconfiguradas no Shift LIS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definitiva para desequilibrio entre Cobas PRO I e II; triagem repetida habilitada.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SRV-TS: consumo 82% → 48%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304288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encerramento de sessões ociosas aplicada com impacto expressivo e imediato.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88920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4 municípios com instalação concluída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72968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Balsamo (S2) + Paulo de Faria, Mendonca e Adolfo (S3) receberam Shift, SoulMV e VPN.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841248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5720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ABL-800 reconfigurado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041648"/>
            <a:ext cx="82296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Gasometro trocado e interfaceamento refeito. Config.: ABL 800-7 / Porta 2110.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 LIS — Mascaras Criadas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567862"/>
              </p:ext>
            </p:extLst>
          </p:nvPr>
        </p:nvGraphicFramePr>
        <p:xfrm>
          <a:off x="274320" y="960120"/>
          <a:ext cx="8412480" cy="2633472"/>
        </p:xfrm>
        <a:graphic>
          <a:graphicData uri="http://schemas.openxmlformats.org/drawingml/2006/table">
            <a:tbl>
              <a:tblPr/>
              <a:tblGrid>
                <a:gridCol w="467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6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95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Mascara / Exame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Cromogranina 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9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INV16 - PCR Quantitativo (inversao cromossomo 16)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12/05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9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AAPLA - Anticorpos Anti-coagulantes IgG / IgM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13/05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9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WHTLV - HTLV I e II Western Blot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14/05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9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FISH 11 e 14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18/05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D9E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Concluído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960120"/>
            <a:ext cx="8412480" cy="438912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365760" y="978408"/>
            <a:ext cx="4937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Mascara / Exame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394960" y="9784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92240" y="9784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589520" y="9784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3657600"/>
            <a:ext cx="841248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274320" y="3657600"/>
            <a:ext cx="8412480" cy="32004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365760" y="3675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Reunião de Rota de Amostras — 15/05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entre analista Shift, TI e coordenação do laboratório sobre configurações de rota. Concluído.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5603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 LIS — Reconfiguração de Rotas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18/05/2026 (S3)  ·  Solução definitiva para distribuição de carga entre Cobas PRO I e II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057400" cy="35204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2057400" cy="438912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347472" y="13441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Cobas PRO II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" y="1874520"/>
            <a:ext cx="64008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47472" y="1874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214884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Superutilizado (bioquimica + imunologia)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47472" y="3246120"/>
            <a:ext cx="640080" cy="22860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47472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352044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composta: bioquimica + imunologia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41448" y="1325880"/>
            <a:ext cx="2057400" cy="35204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2441448" y="1325880"/>
            <a:ext cx="2057400" cy="438912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2514600" y="13441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Cobas PRO 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1874520"/>
            <a:ext cx="64008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2514600" y="1874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14600" y="214884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Ocioso — sem uso efetivo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14600" y="3246120"/>
            <a:ext cx="640080" cy="22860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2514600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14600" y="352044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individual: apenas bioquimica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08576" y="1325880"/>
            <a:ext cx="2057400" cy="35204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4608576" y="1325880"/>
            <a:ext cx="2057400" cy="438912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4681728" y="13441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repetida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81728" y="1874520"/>
            <a:ext cx="64008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681728" y="1874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81728" y="214884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disponível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81728" y="3246120"/>
            <a:ext cx="640080" cy="22860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681728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81728" y="352044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Habilitada via Cobas P-512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75704" y="1325880"/>
            <a:ext cx="2057400" cy="35204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6775704" y="1325880"/>
            <a:ext cx="2057400" cy="438912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6848856" y="13441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manual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48856" y="1874520"/>
            <a:ext cx="640080" cy="228600"/>
          </a:xfrm>
          <a:prstGeom prst="rect">
            <a:avLst/>
          </a:prstGeom>
          <a:solidFill>
            <a:srgbClr val="E6394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/>
          <p:nvPr/>
        </p:nvSpPr>
        <p:spPr>
          <a:xfrm>
            <a:off x="6848856" y="18745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48856" y="214884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Necessario pelos colaboradores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48856" y="3246120"/>
            <a:ext cx="640080" cy="22860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6848856" y="32461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48856" y="3520440"/>
            <a:ext cx="1911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D9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Shift Integração  /  Shift Automação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412480" cy="155448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412480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7840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Shift Integração — HEM+IPF — Conflito de Duplicidade (13/05)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03120" y="1417320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 HEM+IPF com conflito de duplicidade; IPF relativo e absoluto não exibidos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76479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764792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do erro identificada e corrigida após testes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211226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2112264"/>
            <a:ext cx="6492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✅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97480"/>
            <a:ext cx="4114800" cy="21945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274320" y="2697480"/>
            <a:ext cx="4114800" cy="384048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365760" y="2715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ABL-800 (14/05)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163824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21792" y="313639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Gasometro trocado com unidade do HCM.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11480" y="3593592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21792" y="3566160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Interfaceamento reconfigurado com sucesso.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023360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621792" y="3995928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Configuração: ABL 800-7 | Porta: 2110.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453128"/>
            <a:ext cx="137160" cy="13716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21792" y="4425696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 de identificação atualizada.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2697480"/>
            <a:ext cx="4114800" cy="21945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4572000" y="2697480"/>
            <a:ext cx="4114800" cy="38404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4663440" y="2715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Cobas 6500 — Campos Urina (15/05)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163824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campos 'Outros' e 'Esperma' para urinalise.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663440" y="37033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Analisando documentos de configuração para identificar parametros de envio.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251960"/>
            <a:ext cx="1645920" cy="27432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663440" y="4251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Municípios — Instalações S2 e S3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148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4114800" cy="384048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103327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Bálsamo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0515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— 13/05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Shift + Impressora de etiquetas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fisica realizada no município.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0" y="2377440"/>
            <a:ext cx="1463040" cy="256032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274320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✅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4114800" cy="384048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4846320" y="103327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Paulo de Faria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0" y="105156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21/05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46320" y="1463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SoulMV + VPN + Shift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concluída após recepcao dos termos corrigidos.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223760" y="2377440"/>
            <a:ext cx="1463040" cy="256032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223760" y="237744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✅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41148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274320" y="2926080"/>
            <a:ext cx="4114800" cy="384048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365760" y="295351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Mendonça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21/05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383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SoulMV + VPN + Shift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3749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concluída; usuarios a serem criados pendentes aguardando jurídico.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0" y="4297680"/>
            <a:ext cx="1463040" cy="256032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274320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✅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4114800" cy="384048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4846320" y="295351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🏙️  Adolfo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0" y="29718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— 21/05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3383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Sistemas: SoulMV + VPN + Shift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7490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 concluída; usuarios Shift ja criados anteriormente.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223760" y="4297680"/>
            <a:ext cx="1463040" cy="256032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7223760" y="4297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✅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Redes / Servidores — SRV-TS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8869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uso e aplicação de política de grupo — Semana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1965960" cy="1417320"/>
          </a:xfrm>
          <a:prstGeom prst="rect">
            <a:avLst/>
          </a:prstGeom>
          <a:solidFill>
            <a:srgbClr val="E6394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Uso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0" y="1325880"/>
            <a:ext cx="1965960" cy="1417320"/>
          </a:xfrm>
          <a:prstGeom prst="rect">
            <a:avLst/>
          </a:prstGeom>
          <a:solidFill>
            <a:srgbClr val="2D9E5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2423160" y="1417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23160" y="2148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Uso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25880"/>
            <a:ext cx="1965960" cy="1417320"/>
          </a:xfrm>
          <a:prstGeom prst="rect">
            <a:avLst/>
          </a:prstGeom>
          <a:solidFill>
            <a:srgbClr val="0077B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4572000" y="1417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572000" y="2148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 Máximo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20840" y="1325880"/>
            <a:ext cx="1965960" cy="1417320"/>
          </a:xfrm>
          <a:prstGeom prst="rect">
            <a:avLst/>
          </a:prstGeom>
          <a:solidFill>
            <a:srgbClr val="003B6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720840" y="1417320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-41%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720840" y="21488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29260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da Política de Grupo Aplicada: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337560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548640" y="3310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e logoff automático de usuarios inativos por 30 minutos.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0040" y="3721608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548640" y="36941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Liberação de RAM, CPU, sessões RDP abertas e processos presos.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105656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407822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de desempenho e estabilidade do ambiente RDS.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4489704"/>
            <a:ext cx="146304" cy="14630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548640" y="4462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licenciamento e sessões simultâneas.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B6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274320" y="2743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B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Equipamentos e Pendências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41248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412480" cy="123444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8412480" cy="36576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65760" y="97840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Equipamentos / Dispositivos — Troca de Computador na Microbiologia (15/05)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do computador no setor de microbiologia concluída com sucesso.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1417320"/>
            <a:ext cx="1188720" cy="274320"/>
          </a:xfrm>
          <a:prstGeom prst="rect">
            <a:avLst/>
          </a:prstGeom>
          <a:solidFill>
            <a:srgbClr val="2D9E5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7315200" y="14173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✅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74320" y="2377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Pendências para Semanas Seguintes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2880360"/>
            <a:ext cx="8412480" cy="5943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201168" cy="59436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Cobas 6500 - Shift Automação: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adição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dos campos 'Outros' e 'Esperma' para </a:t>
            </a:r>
            <a:r>
              <a:rPr lang="en-US" sz="10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urinálise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98080" y="3035808"/>
            <a:ext cx="1005840" cy="25603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7498080" y="3035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8412480" cy="594360"/>
          </a:xfrm>
          <a:prstGeom prst="rect">
            <a:avLst/>
          </a:prstGeom>
          <a:solidFill>
            <a:srgbClr val="F0F4F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3657600"/>
            <a:ext cx="201168" cy="5943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8640" y="37033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Bálsamo: Acompanhar resposta ao e-mail com guia de preenchimento de termos.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3813048"/>
            <a:ext cx="1005840" cy="25603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7498080" y="3813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3749040"/>
            <a:ext cx="9144000" cy="1828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3749040" y="548640"/>
            <a:ext cx="1645920" cy="59436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749040" y="5486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FUNFARME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Semanas 2 e 3 concluídas.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continuo em andamento.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gerado pela equipe de TI — FUNFARME  ·  Maio /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670</Words>
  <Application>Microsoft Office PowerPoint</Application>
  <PresentationFormat>On-screen Show (16:9)</PresentationFormat>
  <Paragraphs>146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 TI FUNFARME Maio 2026 S2+S3</dc:title>
  <dc:subject>PptxGenJS Presentation</dc:subject>
  <dc:creator>PptxGenJS</dc:creator>
  <cp:lastModifiedBy>PEDRO HENRIQUE FERREIRA SANTANA</cp:lastModifiedBy>
  <cp:revision>2</cp:revision>
  <dcterms:created xsi:type="dcterms:W3CDTF">2026-05-22T11:07:53Z</dcterms:created>
  <dcterms:modified xsi:type="dcterms:W3CDTF">2026-05-22T11:12:38Z</dcterms:modified>
</cp:coreProperties>
</file>