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nfar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"/>
            <a:ext cx="1005840" cy="1005840"/>
          </a:xfrm>
          <a:prstGeom prst="rect">
            <a:avLst/>
          </a:prstGeom>
        </p:spPr>
      </p:pic>
      <p:pic>
        <p:nvPicPr>
          <p:cNvPr id="5" name="Picture 4" descr="hospital-de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20040"/>
            <a:ext cx="141155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914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RELATÓRIO MENSAL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0F2F1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F2F1"/>
                </a:solidFill>
                <a:latin typeface="Calibri"/>
              </a:defRPr>
            </a:pPr>
            <a:r>
              <a:t>TI Laboratório Central — FUNFARME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Tarefas concluídas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897B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Pendentes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840480"/>
            <a:ext cx="29260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Incidentes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1212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FUNFARME — Fundação Faculdade Regional de Medicina · São José do Rio Preto — 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Resumo por Categoria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Shift LIS: 22 tarefas
Rede/Servidores: 2 tarefas
Shift Integração: 2 tarefas
Shift Automação: 2 tarefas
Municípios: 2 tarefas
Total: 30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Distribuição Semanal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Semana 1 (01/06–07/06): 4 tarefas
Semana 2 (08/06–14/06): 5 tarefas
Semana 3 (15/06–21/06): 8 tarefas
Semana 4 (22/06–28/06): 9 tarefas
Semana 5 (29/06–30/06): 4 tarefas
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LIS (22)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Máscara SDHEA (01/06)
• Máscara ANFETUR (01/06)
• Máscara PQUINASE (03/06)
• Máscara OSMOUR (09/06)
• Máscara EBETV1 (09/06)
• Máscara BCRT315I (12/06)
• Máscara DEMPARK — Fleury / inativo MV (12/06)
• Máscara LIPODIS — Fleury / inativo MV (12/06)
• Máscara CBFB (15/06)
• Máscara M1 (15/06)
• Máscara VIT125 (17/06)
• Máscara C3 (17/06)
• Máscara PEPI (17/06)
• Máscara COQ10 (17/06)
• Máscara DOEIMU (18/06)
• Máscara RECALCRE (25/06)
• Máscara IGE I5 (25/06)
• Máscara MECP2 (25/06)
• Máscara IMUNOF24 (25/06)
• Máscara PB19PCR (25/06)
• Máscara Metil. Russell P.G. — painel genético Pardini (25/06)
• Máscara C216 — novo procedimento (25/06)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Rede/Servidores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Avaliar alternativa de acesso remoto para Shift ao SRV-AUTOMA — equipe de redes avaliará riscos; acesso remoto permanece bloqueado por enquanto (25/06)
• Cofre KeePass criado e senhas de docs/credenciais.md armazenadas (29/06)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Integração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De/para antimicrobiano — Isoniazida (código Shift 635 → código MV 231) (29/06)
• Criação da unidade de coleta "AMB CENTRO DE TRATAMENTO LABIOPALATAL" e de/para de integração (código Shift 423 → código MV 1230) (29/06)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Shift Automação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ABL-800 — interface do gasômetro do HCM configurada para incorporar resultados de hemoglobinas (18/06)
• CMV PCR (biomol) — tradução automática de resultado negativo: "-" → "Negativo", eliminando necessidade de correção manual pelos colaboradores (29/06)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Municípios (2)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Votuporanga — instalar sistema Shift na cidade (01/06)
• Capacitar técnicos de TI dos municípios para suporte autônomo — grupo informado sobre como prosseguir perante ao bloqueio de acessos remotos (25/06)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Pendências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[Shift Automação] MAX ION 800 — equipamento recebido; testes de controle e treinamento com equipe da bioquímica concluídos; preparando infraestrutura para interfaceamento (previsão: semana de 30/06)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Incidentes</a:t>
            </a:r>
          </a:p>
        </p:txBody>
      </p:sp>
      <p:pic>
        <p:nvPicPr>
          <p:cNvPr id="5" name="Picture 4" descr="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26669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• 2026-06-16 — I1 — Bloqueio de ferramentas de acesso remoto externo
• 2026-06-25 — I2 — Divergência de user-id entre Shift e MV — Caroline
• 2026-06-25 — I3 — Imagens Cobas 6500 II não consumidas — 15/05/2026
• 2026-06-25 — I4 — Queda geral do Shift LIS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Junho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TI Laboratório — FUNFARME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