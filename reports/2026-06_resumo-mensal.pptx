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unfar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74320"/>
            <a:ext cx="1005840" cy="1005840"/>
          </a:xfrm>
          <a:prstGeom prst="rect">
            <a:avLst/>
          </a:prstGeom>
        </p:spPr>
      </p:pic>
      <p:pic>
        <p:nvPicPr>
          <p:cNvPr id="5" name="Picture 4" descr="hospital-de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320040"/>
            <a:ext cx="1411550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9144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RELATÓRIO MENSAL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E0F2F1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0F2F1"/>
                </a:solidFill>
                <a:latin typeface="Calibri"/>
              </a:defRPr>
            </a:pPr>
            <a:r>
              <a:t>TI Laboratório Central — FUNFARME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840480"/>
            <a:ext cx="29260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57575"/>
                </a:solidFill>
                <a:latin typeface="Calibri"/>
              </a:defRPr>
            </a:pPr>
            <a:r>
              <a:t>Tarefas concluídas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897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3840480"/>
            <a:ext cx="29260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39776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57575"/>
                </a:solidFill>
                <a:latin typeface="Calibri"/>
              </a:defRPr>
            </a:pPr>
            <a:r>
              <a:t>Pendentes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12121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840480"/>
            <a:ext cx="2926080" cy="1828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39776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57575"/>
                </a:solidFill>
                <a:latin typeface="Calibri"/>
              </a:defRPr>
            </a:pPr>
            <a:r>
              <a:t>Incidentes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212121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FUNFARME — Fundação Faculdade Regional de Medicina · São José do Rio Preto — 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Resumo por Categoria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12121"/>
                </a:solidFill>
                <a:latin typeface="Calibri"/>
              </a:defRPr>
            </a:pPr>
            <a:r>
              <a:t>Shift LIS: 15 tarefas
Shift Automação: 1 tarefa
Total: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Distribuição Semanal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12121"/>
                </a:solidFill>
                <a:latin typeface="Calibri"/>
              </a:defRPr>
            </a:pPr>
            <a:r>
              <a:t>Semana 1 (01/06–07/06): 3 tarefas
Semana 2 (08/06–14/06): 5 tarefas
Semana 3 (15/06–21/06): 8 tarefas
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Shift LIS (15)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12121"/>
                </a:solidFill>
                <a:latin typeface="Calibri"/>
              </a:defRPr>
            </a:pPr>
            <a:r>
              <a:t>• Máscara SDHEA (01/06)
• Máscara ANFETUR (01/06)
• Máscara PQUINASE (03/06)
• Máscara OSMOUR (09/06)
• Máscara EBETV1 (09/06)
• Máscara BCRT315I (12/06)
• Máscara DEMPARK — Fleury / inativo MV (12/06)
• Máscara LIPODIS — Fleury / inativo MV (12/06)
• Máscara CBFB (15/06)
• Máscara M1 (15/06)
• Máscara VIT125 (17/06)
• Máscara C3 (17/06)
• Máscara PEPI (17/06)
• Máscara COQ10 (17/06)
• Máscara DOEIMU (18/06)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Shift Automação (1)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12121"/>
                </a:solidFill>
                <a:latin typeface="Calibri"/>
              </a:defRPr>
            </a:pPr>
            <a:r>
              <a:t>• ABL-800 — interface do gasômetro do HCM configurada para incorporar resultados de hemoglobinas (18/06)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Pendências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12121"/>
                </a:solidFill>
                <a:latin typeface="Calibri"/>
              </a:defRPr>
            </a:pPr>
            <a:r>
              <a:t>• [Shift Automação] MAX ION 800 — preparação para testes de novo analisador de eletrólitos; verificar sítio de instalação e contatar cliente com interfaceamento configurado
• [Shift LIS] Máscara C216 — novo procedimento, enviar e-mail
• [Shift LIS] Máscara RECALCRE — pegar laudo referência com apoio
• [Shift LIS] Máscara IGE I5 — enviar e-mail
• [Municípios] Capacitar técnicos de TI dos municípios para suporte autônomo (pós-bloqueio de acesso remoto externo)
• [Rede/Servidores] Avaliar alternativa de acesso remoto para Shift ao SRV-AUTOMA (pós-bloqueio AnyDesk)
• [Shift LIS] Máscara Metil. Russell P.G. — painel genético Pardini, esperando informações
• [Shift LIS] Máscara PB19PCR — esperando validação, troca de setor Apoio → Biomol
• [Shift LIS] Máscara IMUNOF24 — em progresso
• [Shift LIS] Máscara MECP2 — esperando informações sobre laudo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Incidentes</a:t>
            </a:r>
          </a:p>
        </p:txBody>
      </p:sp>
      <p:pic>
        <p:nvPicPr>
          <p:cNvPr id="5" name="Picture 4" descr="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2880"/>
            <a:ext cx="1626669" cy="594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12121"/>
                </a:solidFill>
                <a:latin typeface="Calibri"/>
              </a:defRPr>
            </a:pPr>
            <a:r>
              <a:t>• 2026-06-16 — Bloqueio de ferramentas de acesso remoto externo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Calibri"/>
              </a:defRPr>
            </a:pPr>
            <a:r>
              <a:t>Junho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355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Calibri"/>
              </a:defRPr>
            </a:pPr>
            <a:r>
              <a:t>TI Laboratório — FUNFARME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