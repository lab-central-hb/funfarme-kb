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nfar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hospital-de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20040"/>
            <a:ext cx="141155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14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RELATÓRIO MENSAL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0F2F1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F2F1"/>
                </a:solidFill>
                <a:latin typeface="Calibri"/>
              </a:defRPr>
            </a:pPr>
            <a:r>
              <a:t>TI Laboratório Central — FUNFARME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Tarefas concluídas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897B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Pendentes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1212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Incidentes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1212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FUNFARME — Fundação Faculdade Regional de Medicina · São José do Rio Preto — 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Resumo por Categoria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Shift LIS: 22 tarefas
Municípios: 8 tarefas
Rede/Servidores: 5 tarefas
Shift Integração: 2 tarefas
Shift Automação: 2 tarefas
Equip. Laboratoriais: 1 tarefa
Equip./Dispositivos: 1 tarefa
Total: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Distribuição Semanal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Semana 1 (01/05–07/05): 14 tarefas
Semana 2 (08/05–14/05): 12 tarefas
Semana 3 (15/05–21/05): 6 tarefas
Semana 4 (22/05–28/05): 9 tarefas
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Shift LIS (22)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Máscara 3AANDROG (04/05)
• Máscara F83 (04/05)
• Máscara ASPERGILUS (04/05)
• Máscara DSTMULTI (04/05)
• Máscara HMULL (04/05)
• Máscara C388 (04/05)
• Máscara KAPLEVEU (05/05)
• Máscara CULTHPYL (07/05)
• Máscara INV16 — PCR Quantitativo inversão cromossomo 16 (08/05)
• Sistema travando ao triar amostras — lentidão na triagem resolvida com atualização de seletividade das tabelas (atendimento 09/05, 16:25–17:03) (09/05)
• Máscara CROMOGA — Cromogranina A (12/05)
• Máscara AAPLA — Anticorpos Anti-coagulantes IgG IgM (13/05)
• Máscara WHTLV — HTLV I e II Western Blot (14/05)
• Rota de amostras — reunião entre analista Shift, TI e coordenação do laboratório (15/05)
• Máscara FISH — FISH 11 e 14 (18/05)
• Rota de amostras — nova configuração de rotas compostas para Cobas PRO I e II, resolvendo superutilização do PRO II e possibilitando triagem repetida (18/05)
• Máscara AHCV-AHBC — adicionar campos não obrigatórios no laudo AHBC (25/05)
• Cobas 6500 — parâmetro "Outros" configurado para importar resultados de 6 anormalidades (incl. Trichomonas) (27/05)
• Máscara GX3 (28/05)
• Máscara OSTIMP (28/05)
• Máscara ELETROLP (28/05)
• Máscara GX1 — Pardini, não padrão (28/05)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Municípios (8)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Bálsamo — e-mail com guia de preenchimento de termos enviado para saude@balsamo.sp.gov.br (05/05)
• Paulo de Faria — aguardando resposta com termos corrigidos (06/05)
• Mendonça — termos recebidos, falta criar usuários e aguardar jurídico liberar servidor TS (07/05)
• Adolfo — termos recebidos, usuários Shift criados, e-mail enviado ao cadastro SoulMV (08/05)
• Mirassol — termos enviados para redes, VPN criada; dois últimos usuários para Ruilândia e PROSAD (09/05)
• Bálsamo — instalação da Shift e impressora de etiquetas (13/05)
• Instalações em Paulo de Faria, Mendonça e Adolfo (SoulMV, VPN, Shift) (21/05)
• Votuporanga — 5 usuários Shift criados (27/05)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Rede/Servidores (5)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SRV-SHIFTAUTOMA — script de backup semanal de imagens Cobas 6500 I e II (05/05)
• SRV-TS — script de estatísticas de uso por usuário a cada 1h (05/05)
• SRV-TS — análise de uso; pedido de regra para encerrar sessões ociosas (30 min) (11/05)
• SRV-TS — política de grupo aplicada; média de uso caiu de 82% para 34% (pico 46%) (12/05)
• SRV-TS02 — novo servidor em nuvem para acesso remoto ao MV (10.10.10.125) pronto para uso (22/05)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Shift Integração (2)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HEM+IPF — conflito de duplicidade no laudo hemograma + IPF corrigido (13/05)
• Erros de exportação — 177 exames parados por alteração indevida no usuário PATRICIA.0667; corrigido via banco de dados (25/05)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Shift Automação (2)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ABL-800 — configuração de interfaceamento após troca com HCM (ABL 800 - 7, porta 2110) (14/05)
• Cobas 6500 — adicionar campos de resultado para urinálise: Outros (15/05)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Equip. Laboratoriais (1)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Cobas 6500 — atualização de software em ambos equipamentos de urinálise, pastas de microscopia reorganizadas (06/05)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Equip./Dispositivos (1)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Troca de computador na microbiologia (15/05)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Pendências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[Shift Automação] MAX ION 800 — preparação para testes de novo analisador de eletrólitos; verificar sítio de instalação e contatar cliente com interfaceamento configurado
• [Shift LIS] Máscara C216 — novo procedimento, enviar e-mail
• [Shift LIS] Máscara RECALCRE — pegar laudo referência com apoio
• [Shift LIS] Máscara IGE I5 — enviar e-mail
• [Municípios] Capacitar técnicos de TI dos municípios para suporte autônomo (pós-bloqueio de acesso remoto externo)
• [Rede/Servidores] Avaliar alternativa de acesso remoto para Shift ao SRV-AUTOMA (pós-bloqueio AnyDesk)
• [Shift LIS] Máscara Metil. Russell P.G. — painel genético Pardini, esperando informações
• [Shift LIS] Máscara PB19PCR — esperando validação, troca de setor Apoio → Biomol
• [Shift LIS] Máscara IMUNOF24 — em progresso
• [Shift LIS] Máscara MECP2 — esperando informações sobre laudo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Incidentes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Nenhum incidente registrado em maio.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